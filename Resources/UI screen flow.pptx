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79" d="100"/>
          <a:sy n="79" d="100"/>
        </p:scale>
        <p:origin x="1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78311-D394-7D39-FCF0-A418723D4D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886A02-C8ED-C6ED-C4C0-84C091B7AB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A8F1B-B053-F3B6-4B85-7532C0215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2170C-FA2D-47B4-BBA5-D02E0F6F9F6C}" type="datetimeFigureOut">
              <a:rPr lang="en-SG" smtClean="0"/>
              <a:t>29/7/2026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33BEA-58E5-8A37-A3BB-27653575E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369F9-ABBF-5C14-312A-93CE248E1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57A8E-9B1E-4923-9350-A49A4F7AA8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67500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B1E90-E65F-8663-CDD9-924F54A45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BCC04-9663-E033-9EF0-82B25C88A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ACE97-7D77-F425-3983-2C0A7F0CE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2170C-FA2D-47B4-BBA5-D02E0F6F9F6C}" type="datetimeFigureOut">
              <a:rPr lang="en-SG" smtClean="0"/>
              <a:t>29/7/2026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CC4FA-491B-066B-95A2-808A276FA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BA813-54B7-7AB2-A2E1-02EF040C2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57A8E-9B1E-4923-9350-A49A4F7AA8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62621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957FA-3397-F50A-A4E4-207D68FB5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2A957-1D4A-AFC2-3801-C204011F4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E560C-E3D5-EE2D-9EFB-581CF0B33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2170C-FA2D-47B4-BBA5-D02E0F6F9F6C}" type="datetimeFigureOut">
              <a:rPr lang="en-SG" smtClean="0"/>
              <a:t>29/7/2026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E3E3D-EB1D-B3AA-050E-60C40F605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FE1E2-5483-8731-B981-A0B9D8EC8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57A8E-9B1E-4923-9350-A49A4F7AA8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93487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8300A-23F5-0E2B-28E4-A25A18046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96A1A-3BE0-6002-0FF0-C6E15A04C0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49783E-0EA0-C1DC-6ABE-E9B9A60670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25DA7F-27C3-DD6A-736A-1D393A34E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2170C-FA2D-47B4-BBA5-D02E0F6F9F6C}" type="datetimeFigureOut">
              <a:rPr lang="en-SG" smtClean="0"/>
              <a:t>29/7/2026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F442B3-1448-CC7A-7F3B-C67C87EE9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B2D1EC-4B63-16DE-3013-D169C974E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57A8E-9B1E-4923-9350-A49A4F7AA8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73097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EEDC5-E29A-7115-674B-61B187BA2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A4B012-DB99-0EDB-BF46-4FB24E6045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2CF4DD-4B4A-61F6-D26A-CD9E2AA7D2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40F1B4-D066-4CC6-6436-741290FFD1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7D7E84-6242-D571-D5A3-969830EC77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A1A474-314D-9B75-289D-26EB59CA4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2170C-FA2D-47B4-BBA5-D02E0F6F9F6C}" type="datetimeFigureOut">
              <a:rPr lang="en-SG" smtClean="0"/>
              <a:t>29/7/2026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17CE75-EBD7-B92B-354B-281764226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423B3A-A1AF-E8C1-90F6-1AFA1F50C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57A8E-9B1E-4923-9350-A49A4F7AA8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44512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90102-F2AF-CE23-2373-D836C4FD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7E309C-2749-85AD-9115-AAF0A7DCA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2170C-FA2D-47B4-BBA5-D02E0F6F9F6C}" type="datetimeFigureOut">
              <a:rPr lang="en-SG" smtClean="0"/>
              <a:t>29/7/2026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E7E9A1-B591-324B-9138-153F15E43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E0EF52-3458-45EA-136C-4A051BC60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57A8E-9B1E-4923-9350-A49A4F7AA8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27611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5BDC71-B5D6-23CA-C433-F4FAB7F12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2170C-FA2D-47B4-BBA5-D02E0F6F9F6C}" type="datetimeFigureOut">
              <a:rPr lang="en-SG" smtClean="0"/>
              <a:t>29/7/2026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07A858-53E7-1A82-9656-8B2604634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08A31A-44C6-1346-9538-D25AB5E57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57A8E-9B1E-4923-9350-A49A4F7AA8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89341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C3B51-697F-C74C-5BB7-1CD2500F0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F991D-28A2-183D-1C02-56C2F6E3D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6E34DA-64F0-95CD-56A9-AAF7B85656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B8F63-923B-684E-C267-0CDE91344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2170C-FA2D-47B4-BBA5-D02E0F6F9F6C}" type="datetimeFigureOut">
              <a:rPr lang="en-SG" smtClean="0"/>
              <a:t>29/7/2026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741FFD-A9DD-AB2F-16DD-1EAE1BA0F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0CAAD0-E9D5-1721-02AA-9ED4A05C6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57A8E-9B1E-4923-9350-A49A4F7AA8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15076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BE4F1-5C1F-0B69-DA65-406C5F98A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1F584A-C28C-8E3F-FC36-4A34156861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414C83-1B25-4500-A233-2CD3B8AD27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FDA08E-0C92-A05F-6091-EC121D6E0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2170C-FA2D-47B4-BBA5-D02E0F6F9F6C}" type="datetimeFigureOut">
              <a:rPr lang="en-SG" smtClean="0"/>
              <a:t>29/7/2026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88EB6E-1375-5D40-7BE5-9A00D9B6C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237512-924C-E9F2-5D2F-90F25A0DF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57A8E-9B1E-4923-9350-A49A4F7AA8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94326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3D895-8250-7B6A-3882-A175F12CC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A44053-4A6E-BFFC-97B7-C7B6E41973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2C251-E3FE-BE3B-FEBE-94480070C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2170C-FA2D-47B4-BBA5-D02E0F6F9F6C}" type="datetimeFigureOut">
              <a:rPr lang="en-SG" smtClean="0"/>
              <a:t>29/7/2026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28015-5A80-0B5A-A358-F7478E76B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AA0C2-DFD7-0DF1-24B5-0FE055990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57A8E-9B1E-4923-9350-A49A4F7AA8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55492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0D5006-D5A9-5ED2-86E9-0CB5936276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9E0B07-CABA-2EE0-1C72-0AA2B9CE89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C9217-51CB-2696-0D67-9B2045A98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2170C-FA2D-47B4-BBA5-D02E0F6F9F6C}" type="datetimeFigureOut">
              <a:rPr lang="en-SG" smtClean="0"/>
              <a:t>29/7/2026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9FC22-1AF2-7F2E-CA29-77DB56545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DC605-4074-49A2-5FEF-1CA679E58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57A8E-9B1E-4923-9350-A49A4F7AA8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24335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87715E-C2C5-1018-9E5D-182069129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6F0383-F9EA-9EEB-7B48-368B2771AB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371DA7-08D1-349A-1D56-C627F82C6F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E2170C-FA2D-47B4-BBA5-D02E0F6F9F6C}" type="datetimeFigureOut">
              <a:rPr lang="en-SG" smtClean="0"/>
              <a:t>29/7/2026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04FB1D-B56E-F5EA-5F80-197FDAF31D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E0DDC-A842-E215-B9D3-47274A3F50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257A8E-9B1E-4923-9350-A49A4F7AA8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61586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EC75D-C04D-6A85-4698-56D0EC0EC7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 err="1"/>
              <a:t>SleepWell</a:t>
            </a:r>
            <a:r>
              <a:rPr lang="en-US" dirty="0"/>
              <a:t> Mobile App</a:t>
            </a:r>
            <a:br>
              <a:rPr lang="en-US" dirty="0"/>
            </a:br>
            <a:r>
              <a:rPr lang="en-US" dirty="0"/>
              <a:t>UI Screen Flow</a:t>
            </a:r>
            <a:endParaRPr lang="en-S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57B23C-5178-663B-8BEE-E229BB6B32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Md. Zubayer Al- Mahmud</a:t>
            </a:r>
          </a:p>
          <a:p>
            <a:r>
              <a:rPr lang="en-US" dirty="0"/>
              <a:t>Roll: 354</a:t>
            </a:r>
          </a:p>
          <a:p>
            <a:r>
              <a:rPr lang="en-US" dirty="0"/>
              <a:t>Exam Roll: 220414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31381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84F2CB-21C4-37F8-F3F8-7D4759432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761" y="682484"/>
            <a:ext cx="10268478" cy="5493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776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4A0974-E223-5EDE-740F-09D39E75B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162" y="606280"/>
            <a:ext cx="10217675" cy="564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961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206EAE-B57B-BF2D-8355-ACF270752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88" y="647557"/>
            <a:ext cx="10198624" cy="556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866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0EF274-372A-4D1F-BE95-06F82526E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439" y="653907"/>
            <a:ext cx="10135121" cy="555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573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34D196-F83C-140F-6FB3-08C955855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162" y="638031"/>
            <a:ext cx="10217675" cy="5581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721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73E5A3-A063-FABA-BD58-49F1A696DC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88" y="647557"/>
            <a:ext cx="10198624" cy="556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437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3E91AC-B261-B5E9-96BB-57B05C1E9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841" y="952372"/>
            <a:ext cx="10084318" cy="4953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809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442B55-8E10-DA25-8B73-6AEC3E4A2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863" y="952372"/>
            <a:ext cx="10192274" cy="4953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796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72C1BA-9B32-B735-BF8A-B9FC93410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812" y="1063503"/>
            <a:ext cx="10230376" cy="4730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161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A9BFD8-307F-6E50-EDF2-E9247BD40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535" y="672958"/>
            <a:ext cx="10312930" cy="551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505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6245CF-CED5-2341-0B19-1A8DCFE38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439" y="653907"/>
            <a:ext cx="10135121" cy="555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6576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8D5F17-8D9A-621A-FEE7-57E8E4903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490" y="644382"/>
            <a:ext cx="10097019" cy="5569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8083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1C8EC7-0BF9-F8C5-8195-70E1B07A1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070" y="580570"/>
            <a:ext cx="10217675" cy="566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4153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122C0D-A82B-40DC-D837-6E9A359C9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366" y="996825"/>
            <a:ext cx="10065267" cy="486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805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</Words>
  <Application>Microsoft Office PowerPoint</Application>
  <PresentationFormat>Widescreen</PresentationFormat>
  <Paragraphs>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 SleepWell Mobile App UI Screen 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Zubayer al Mahmud</dc:creator>
  <cp:lastModifiedBy>Zubayer al Mahmud</cp:lastModifiedBy>
  <cp:revision>1</cp:revision>
  <dcterms:created xsi:type="dcterms:W3CDTF">2026-07-29T13:52:13Z</dcterms:created>
  <dcterms:modified xsi:type="dcterms:W3CDTF">2026-07-29T13:54:50Z</dcterms:modified>
</cp:coreProperties>
</file>